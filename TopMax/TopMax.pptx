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7" d="100"/>
          <a:sy n="107" d="100"/>
        </p:scale>
        <p:origin x="7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7BDC-FFA7-1282-4D80-B29D08A00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23965-2054-8F6B-2D8D-39567F73D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1D9EC-5E03-D623-13D0-4A7EC47F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E3D0C-E818-20EA-CDAB-59D0E0DB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665F8-9599-D899-37A5-23A893FE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3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ABC3-0243-AF36-3AF3-252939D4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55C60-770A-5590-47B5-119310005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9A041-DC5A-286D-6BAF-0AF26E86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77B8-4226-9FB1-66C6-CF083EC5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A7693-1654-B452-E173-EDCC11F6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7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B2F0-45D3-C089-3B5D-A07F1BFC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777A2-1D20-A1D2-2FA1-9D9AB3BF2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5812C-2BF2-D3B6-C6AD-DEA09F29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A85C-3167-69BE-EF67-ECA25F1C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7AF61-E12A-81F2-9DE9-683E6BF6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9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18C2-175D-66F1-A0E0-10AB40A9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8DBB4-06D5-EE7F-DAC4-CE5EFC70C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A82ED-91C4-1FDC-1263-D7FFB5959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D30D5-1BFB-C994-CA55-96F9BF01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66A92-CF28-4D7A-55B8-F17BDA8B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F1DC1-3165-375C-71EB-605CA648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9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7816-E6D6-909D-A419-9FEC6E78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28379-5D03-B9F4-973A-975E70CC8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E5329-6107-324C-BEA3-75384665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A3082-83DC-3B9D-C839-9143F8A25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70166-4C0F-2DF5-5202-8D7C48629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FCE1C-6D0E-8AAD-4B5E-F91379F1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CDA10-5BBE-BB08-3D8F-30FD3E16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26737-17B2-F788-2CF7-E32505AC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7C93-0D0F-C8C2-0B16-B222225D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7A9E5-5543-CCA5-4306-3CB2FB44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5D532-B9B7-072F-A187-73BDAA13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C648B-CB13-8942-96B8-47D17047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FD2AB-2BA3-30C4-3348-D94E1FAF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B0775-A70A-24F0-6017-4292A61F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DF2B-8348-1D3C-3955-C6FFFF35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13BB-824B-BA13-F6C2-9DCEFB74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B2AA-A416-F8B7-8D8E-AB8CA0047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C7DFC-BC27-FC85-5976-9043CEFAC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61E3E-4B24-816F-BC66-58E1F770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21A9F-663E-03AD-D8DE-5E7580DD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FCE30-AE02-84FD-98DF-BE5F7AFA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3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728E-1E77-145A-2A0A-7E211EAD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7E9BF-FD70-9EC1-372B-CA92FB18E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59FDD-599A-AFA7-6BE0-5CE3DE952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27F76-4965-B401-4EE8-522EAF50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1BE4D-4E0A-278C-AE6B-0724C985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21F1C-291F-1CE9-4A87-FA208B85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4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7DBD-E2A9-D01E-E533-39E4A46C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0E747-B2F3-EA86-D2CF-9FCDCA673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DB6C7-F7E1-7737-D44B-35959C94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2132-5CBC-0641-5953-B614B601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6E23B-2D0B-C771-B48E-5C2948BA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9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8C95E-5E4A-65A3-6839-24952AB4E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22C30-9801-4111-6D33-C236881FE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452A-8333-526E-F31B-4C91B234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B506-A9BD-8D65-82F6-38A1080F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E257-B26B-32F6-59B6-05E9FB54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4EA6A-7243-443A-03C9-B530965C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1213B-D0E3-38A5-CAD5-297BAE8E7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6E2A-8329-8986-3711-2BBBE3B5C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FC3F6-7C92-354D-A9F1-7BAFC0967982}" type="datetimeFigureOut">
              <a:rPr lang="en-US" smtClean="0"/>
              <a:t>2/2/24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85ABB-45C2-BEBD-42D8-DA2855EF1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8A7EB-733D-ED58-7F53-964964EFD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A4E9B-CCE8-534E-8AFC-420084C06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9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arch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2C69-AFDD-D21D-C7EA-1FA94B81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8004-B4CA-F6EB-454F-A5C658F81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</a:t>
            </a:r>
            <a:r>
              <a:rPr lang="en-US" dirty="0" err="1"/>
              <a:t>.net</a:t>
            </a:r>
            <a:endParaRPr lang="en-US" dirty="0"/>
          </a:p>
          <a:p>
            <a:r>
              <a:rPr lang="en-NZ" b="1" i="0" dirty="0" err="1">
                <a:effectLst/>
                <a:latin typeface="Söhne"/>
              </a:rPr>
              <a:t>AvaloniaUI</a:t>
            </a:r>
            <a:r>
              <a:rPr lang="en-US" b="1" dirty="0">
                <a:latin typeface="Söhne"/>
              </a:rPr>
              <a:t> – Platform independent and free</a:t>
            </a:r>
          </a:p>
          <a:p>
            <a:r>
              <a:rPr lang="en-US" b="1" dirty="0">
                <a:latin typeface="Söhne"/>
              </a:rPr>
              <a:t>Language C# (XAML)</a:t>
            </a:r>
          </a:p>
          <a:p>
            <a:r>
              <a:rPr lang="en-US" b="1" dirty="0">
                <a:latin typeface="Söhne"/>
              </a:rPr>
              <a:t>DB – MYSQL</a:t>
            </a:r>
          </a:p>
          <a:p>
            <a:r>
              <a:rPr lang="en-US" b="1" dirty="0">
                <a:latin typeface="Söhne"/>
              </a:rPr>
              <a:t>Required software - .NET SDK, Visual Studio Code, </a:t>
            </a:r>
            <a:r>
              <a:rPr lang="en-US" b="1" dirty="0" err="1">
                <a:latin typeface="Söhne"/>
              </a:rPr>
              <a:t>ReactiveCommand</a:t>
            </a:r>
            <a:r>
              <a:rPr lang="en-US" b="1" dirty="0">
                <a:latin typeface="Söhne"/>
              </a:rPr>
              <a:t> from </a:t>
            </a:r>
            <a:r>
              <a:rPr lang="en-US" b="1" dirty="0" err="1">
                <a:latin typeface="Söhne"/>
              </a:rPr>
              <a:t>ReactiveUI</a:t>
            </a:r>
            <a:r>
              <a:rPr lang="en-US" b="1" dirty="0">
                <a:latin typeface="Söhne"/>
              </a:rPr>
              <a:t>, </a:t>
            </a:r>
            <a:r>
              <a:rPr lang="en-NZ" b="1" i="0" dirty="0">
                <a:effectLst/>
                <a:latin typeface="Söhne"/>
              </a:rPr>
              <a:t>Bouncy Castle Library, </a:t>
            </a:r>
            <a:r>
              <a:rPr lang="en-NZ" b="1" dirty="0" err="1">
                <a:latin typeface="Söhne"/>
              </a:rPr>
              <a:t>ouncyCastle.NetCore</a:t>
            </a:r>
            <a:r>
              <a:rPr lang="en-NZ" b="1" dirty="0">
                <a:latin typeface="Söhne"/>
              </a:rPr>
              <a:t>, iTextSharp (pdf), </a:t>
            </a:r>
            <a:r>
              <a:rPr lang="en-NZ" b="1" dirty="0" err="1">
                <a:latin typeface="Söhne"/>
              </a:rPr>
              <a:t>MySql.Data</a:t>
            </a:r>
            <a:r>
              <a:rPr lang="en-NZ" b="1" dirty="0">
                <a:latin typeface="Söhne"/>
              </a:rPr>
              <a:t>, </a:t>
            </a:r>
            <a:r>
              <a:rPr lang="en-NZ" b="1" dirty="0" err="1">
                <a:latin typeface="Söhne"/>
              </a:rPr>
              <a:t>MySql.Data.MySqlClient</a:t>
            </a:r>
            <a:endParaRPr lang="en-US" b="1" dirty="0">
              <a:latin typeface="Söhne"/>
            </a:endParaRPr>
          </a:p>
          <a:p>
            <a:r>
              <a:rPr lang="en-US" b="1" dirty="0">
                <a:latin typeface="Söhne"/>
              </a:rPr>
              <a:t>Framework - MVVM</a:t>
            </a:r>
          </a:p>
        </p:txBody>
      </p:sp>
    </p:spTree>
    <p:extLst>
      <p:ext uri="{BB962C8B-B14F-4D97-AF65-F5344CB8AC3E}">
        <p14:creationId xmlns:p14="http://schemas.microsoft.com/office/powerpoint/2010/main" val="376562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27131" y="3478661"/>
            <a:ext cx="1204702" cy="44842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pic>
        <p:nvPicPr>
          <p:cNvPr id="77" name="Picture 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0884D1F-902C-2514-3DC4-C74D71E00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485804"/>
            <a:ext cx="842142" cy="630921"/>
          </a:xfrm>
          <a:prstGeom prst="rect">
            <a:avLst/>
          </a:prstGeom>
        </p:spPr>
      </p:pic>
      <p:pic>
        <p:nvPicPr>
          <p:cNvPr id="78" name="Picture 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32566-8352-075B-12BD-576636F86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12933" y="2351897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8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William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A7EBAF-E593-7003-2F84-C140A1E6C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485804"/>
            <a:ext cx="842142" cy="63092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A43D70-B8AF-BA34-BABC-C7DDF46D2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41508" y="2381784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47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William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Staughton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Road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Road Glen Iris VIC 3146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Top Max Gardening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0433077955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VIC 3149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2 </a:t>
            </a:r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Sunhill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Cr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ABN: 51168274620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topmaxgardening@gmail.com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Discount/%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1201DAE-5469-349E-EBEB-A3D7FAC0E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2340453"/>
            <a:ext cx="842142" cy="63092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E02725B-D41B-281C-E311-C3298C2F7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485804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6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Willian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4C49EE-5812-F825-1AEA-21C3DD289D52}"/>
              </a:ext>
            </a:extLst>
          </p:cNvPr>
          <p:cNvSpPr/>
          <p:nvPr/>
        </p:nvSpPr>
        <p:spPr>
          <a:xfrm>
            <a:off x="3443288" y="670636"/>
            <a:ext cx="4125302" cy="395681"/>
          </a:xfrm>
          <a:prstGeom prst="rect">
            <a:avLst/>
          </a:prstGeom>
          <a:solidFill>
            <a:schemeClr val="accent6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Customer Not Found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156E62C-CC45-5262-50B6-468BCFD65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541201"/>
            <a:ext cx="842142" cy="63092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261742-471F-391C-3CC8-E68E0015F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2308275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5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William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Basic Gardening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Staughton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Road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Road Glen Iris VIC 3146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Top Max Gardening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0433077955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VIC 3149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2 </a:t>
            </a:r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Sunhill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Cr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ABN: 51168274620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topmaxgardening@gmail.com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Basic Gardening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Mowing nature strip and front yard Lawn edging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Trim the front hedge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Remove weeds </a:t>
            </a:r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$60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21/10/23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117.60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D18A25-42E0-F753-6909-5962C188F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485804"/>
            <a:ext cx="842142" cy="630921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8727E6-EDBF-B44E-432E-E5B1B1E79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2294839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William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Basic Cooking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Staughton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Road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Road Glen Iris VIC 3146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Top Max Gardening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0433077955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VIC 3149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2 </a:t>
            </a:r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Sunhill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Cr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ABN: 51168274620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topmaxgardening@gmail.com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Basic Gardening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Mowing nature strip and front yard Lawn edging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Trim the front hedge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Remove weeds </a:t>
            </a:r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$60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21/10/23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117.60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B93D50-7D80-1C92-6ABC-9FD56558E7D1}"/>
              </a:ext>
            </a:extLst>
          </p:cNvPr>
          <p:cNvSpPr/>
          <p:nvPr/>
        </p:nvSpPr>
        <p:spPr>
          <a:xfrm>
            <a:off x="3456154" y="2443177"/>
            <a:ext cx="4112435" cy="395681"/>
          </a:xfrm>
          <a:prstGeom prst="rect">
            <a:avLst/>
          </a:prstGeom>
          <a:solidFill>
            <a:schemeClr val="accent6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   Item Not Found for Given Customer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550A2DF-D756-962B-61E0-524A50BC1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189728" y="590779"/>
            <a:ext cx="842142" cy="63092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DD8BBBE-879D-847F-2D9C-A59FE414F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15712" y="2326657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2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4E71FB-CC31-D39E-6628-AFDD55D0F29C}"/>
              </a:ext>
            </a:extLst>
          </p:cNvPr>
          <p:cNvSpPr/>
          <p:nvPr/>
        </p:nvSpPr>
        <p:spPr>
          <a:xfrm>
            <a:off x="776287" y="584455"/>
            <a:ext cx="2644837" cy="486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William Teoh 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93184-3721-82DD-CDD1-341E009DD5F2}"/>
              </a:ext>
            </a:extLst>
          </p:cNvPr>
          <p:cNvSpPr/>
          <p:nvPr/>
        </p:nvSpPr>
        <p:spPr>
          <a:xfrm>
            <a:off x="790959" y="2432127"/>
            <a:ext cx="2630166" cy="438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Basic Gardening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04630-1771-F7F8-0F67-CC435D4F4C74}"/>
              </a:ext>
            </a:extLst>
          </p:cNvPr>
          <p:cNvSpPr/>
          <p:nvPr/>
        </p:nvSpPr>
        <p:spPr>
          <a:xfrm>
            <a:off x="776285" y="1073594"/>
            <a:ext cx="2644840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78D05B-911B-504D-9C4A-3E3DD18D9BC8}"/>
              </a:ext>
            </a:extLst>
          </p:cNvPr>
          <p:cNvSpPr/>
          <p:nvPr/>
        </p:nvSpPr>
        <p:spPr>
          <a:xfrm>
            <a:off x="790960" y="1529527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Staughton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Road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47F2D6-4B59-81C6-5BF2-E3FB8B617BA9}"/>
              </a:ext>
            </a:extLst>
          </p:cNvPr>
          <p:cNvSpPr/>
          <p:nvPr/>
        </p:nvSpPr>
        <p:spPr>
          <a:xfrm>
            <a:off x="790959" y="1980235"/>
            <a:ext cx="263016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Road Glen Iris VIC 3146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86AFD-E35D-E0AA-6A5F-00FF3E9FF408}"/>
              </a:ext>
            </a:extLst>
          </p:cNvPr>
          <p:cNvSpPr/>
          <p:nvPr/>
        </p:nvSpPr>
        <p:spPr>
          <a:xfrm>
            <a:off x="7861463" y="691555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Top Max Gardening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9BE79-A770-B02E-4FC1-53236A0C4FB6}"/>
              </a:ext>
            </a:extLst>
          </p:cNvPr>
          <p:cNvSpPr/>
          <p:nvPr/>
        </p:nvSpPr>
        <p:spPr>
          <a:xfrm>
            <a:off x="7860998" y="208764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0433077955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E2E15-9999-C372-18A9-B8CB4C0C1A22}"/>
              </a:ext>
            </a:extLst>
          </p:cNvPr>
          <p:cNvSpPr/>
          <p:nvPr/>
        </p:nvSpPr>
        <p:spPr>
          <a:xfrm>
            <a:off x="7861463" y="1606358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VIC 3149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DA35-C91F-B7E0-3FD1-F6D7DE0E5649}"/>
              </a:ext>
            </a:extLst>
          </p:cNvPr>
          <p:cNvSpPr/>
          <p:nvPr/>
        </p:nvSpPr>
        <p:spPr>
          <a:xfrm>
            <a:off x="7861463" y="1146157"/>
            <a:ext cx="3438335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2 </a:t>
            </a:r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Sunhill</a:t>
            </a:r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 Cr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A65414-ED2E-780A-2EB1-F6DA1EE48E4B}"/>
              </a:ext>
            </a:extLst>
          </p:cNvPr>
          <p:cNvSpPr/>
          <p:nvPr/>
        </p:nvSpPr>
        <p:spPr>
          <a:xfrm>
            <a:off x="7860998" y="2987745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ABN: 51168274620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0628D-669F-D20C-9471-06E1A5C43F4F}"/>
              </a:ext>
            </a:extLst>
          </p:cNvPr>
          <p:cNvSpPr/>
          <p:nvPr/>
        </p:nvSpPr>
        <p:spPr>
          <a:xfrm>
            <a:off x="7860998" y="2518296"/>
            <a:ext cx="3438336" cy="44125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 err="1">
                <a:solidFill>
                  <a:schemeClr val="tx1"/>
                </a:solidFill>
                <a:latin typeface="Calibri" panose="020F0502020204030204" pitchFamily="34" charset="0"/>
              </a:rPr>
              <a:t>topmaxgardening@gmail.com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5094F5A-775F-CBD2-B0AE-17B7D16203ED}"/>
              </a:ext>
            </a:extLst>
          </p:cNvPr>
          <p:cNvSpPr/>
          <p:nvPr/>
        </p:nvSpPr>
        <p:spPr>
          <a:xfrm>
            <a:off x="701566" y="3473457"/>
            <a:ext cx="4300754" cy="39568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Item/S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127AA90-BCE5-DCAC-FF58-B8B291EC0478}"/>
              </a:ext>
            </a:extLst>
          </p:cNvPr>
          <p:cNvSpPr/>
          <p:nvPr/>
        </p:nvSpPr>
        <p:spPr>
          <a:xfrm>
            <a:off x="10111079" y="3529768"/>
            <a:ext cx="1204702" cy="3956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Total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09E833-BA32-D33A-73F9-932F0B3DD4CF}"/>
              </a:ext>
            </a:extLst>
          </p:cNvPr>
          <p:cNvSpPr/>
          <p:nvPr/>
        </p:nvSpPr>
        <p:spPr>
          <a:xfrm>
            <a:off x="7443031" y="3507827"/>
            <a:ext cx="123620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28396B1-0C47-F2EC-9EC9-45BEA42FE134}"/>
              </a:ext>
            </a:extLst>
          </p:cNvPr>
          <p:cNvSpPr/>
          <p:nvPr/>
        </p:nvSpPr>
        <p:spPr>
          <a:xfrm>
            <a:off x="4982724" y="3495001"/>
            <a:ext cx="1236201" cy="39568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97C8885-7460-F497-FECA-3D119C2DDCC6}"/>
              </a:ext>
            </a:extLst>
          </p:cNvPr>
          <p:cNvSpPr/>
          <p:nvPr/>
        </p:nvSpPr>
        <p:spPr>
          <a:xfrm>
            <a:off x="6231405" y="3507828"/>
            <a:ext cx="1204702" cy="3956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Qty/HRS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BF2430C-28CF-361A-78FA-8BE3CCBFBAEB}"/>
              </a:ext>
            </a:extLst>
          </p:cNvPr>
          <p:cNvSpPr/>
          <p:nvPr/>
        </p:nvSpPr>
        <p:spPr>
          <a:xfrm>
            <a:off x="4092075" y="6333400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B8B179-8422-21BF-37D1-682D51C077AF}"/>
              </a:ext>
            </a:extLst>
          </p:cNvPr>
          <p:cNvSpPr/>
          <p:nvPr/>
        </p:nvSpPr>
        <p:spPr>
          <a:xfrm>
            <a:off x="5969624" y="6321852"/>
            <a:ext cx="1781298" cy="48095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DD0668-DEC2-0F49-6329-6149DADDB6E4}"/>
              </a:ext>
            </a:extLst>
          </p:cNvPr>
          <p:cNvSpPr/>
          <p:nvPr/>
        </p:nvSpPr>
        <p:spPr>
          <a:xfrm>
            <a:off x="4329112" y="200025"/>
            <a:ext cx="3239477" cy="3956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Customer Billing Details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FE3C50-F7C5-7F59-34F1-3F7D7EAE94BB}"/>
              </a:ext>
            </a:extLst>
          </p:cNvPr>
          <p:cNvSpPr/>
          <p:nvPr/>
        </p:nvSpPr>
        <p:spPr>
          <a:xfrm>
            <a:off x="701566" y="3869138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Basic Gardening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86D68F6-F962-B97F-A274-1BE9D9AAB628}"/>
              </a:ext>
            </a:extLst>
          </p:cNvPr>
          <p:cNvSpPr/>
          <p:nvPr/>
        </p:nvSpPr>
        <p:spPr>
          <a:xfrm>
            <a:off x="701175" y="4333611"/>
            <a:ext cx="3952504" cy="60105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Mowing nature strip and front yard Lawn edging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Trim the front hedge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Remove weeds </a:t>
            </a:r>
            <a:endParaRPr lang="en-NZ" sz="1400" dirty="0">
              <a:solidFill>
                <a:schemeClr val="tx1"/>
              </a:solidFill>
              <a:effectLst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4A878B9-DF55-60A8-3931-AF871C3078DB}"/>
              </a:ext>
            </a:extLst>
          </p:cNvPr>
          <p:cNvSpPr/>
          <p:nvPr/>
        </p:nvSpPr>
        <p:spPr>
          <a:xfrm>
            <a:off x="7444664" y="3890682"/>
            <a:ext cx="1237208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$60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78455B-C087-81B9-4539-A689520CFEF1}"/>
              </a:ext>
            </a:extLst>
          </p:cNvPr>
          <p:cNvSpPr/>
          <p:nvPr/>
        </p:nvSpPr>
        <p:spPr>
          <a:xfrm>
            <a:off x="4982724" y="3882478"/>
            <a:ext cx="1231097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21/10/23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2D817C7-54EA-89F6-4BBE-BA435D6DAA33}"/>
              </a:ext>
            </a:extLst>
          </p:cNvPr>
          <p:cNvSpPr/>
          <p:nvPr/>
        </p:nvSpPr>
        <p:spPr>
          <a:xfrm>
            <a:off x="6226301" y="3898024"/>
            <a:ext cx="1204702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9B25CF-86A1-EB6C-B107-A449773C4802}"/>
              </a:ext>
            </a:extLst>
          </p:cNvPr>
          <p:cNvSpPr/>
          <p:nvPr/>
        </p:nvSpPr>
        <p:spPr>
          <a:xfrm>
            <a:off x="10111079" y="3927090"/>
            <a:ext cx="1204702" cy="38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117.60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49958-0094-5AAB-D001-EB044B0C5264}"/>
              </a:ext>
            </a:extLst>
          </p:cNvPr>
          <p:cNvSpPr/>
          <p:nvPr/>
        </p:nvSpPr>
        <p:spPr>
          <a:xfrm>
            <a:off x="701566" y="4957114"/>
            <a:ext cx="2097544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solidFill>
                  <a:schemeClr val="tx1"/>
                </a:solidFill>
                <a:latin typeface="Calibri" panose="020F0502020204030204" pitchFamily="34" charset="0"/>
              </a:rPr>
              <a:t>Basic Cleaning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5FF70-7F37-B71B-B7F3-A2B824920DB0}"/>
              </a:ext>
            </a:extLst>
          </p:cNvPr>
          <p:cNvSpPr/>
          <p:nvPr/>
        </p:nvSpPr>
        <p:spPr>
          <a:xfrm>
            <a:off x="682754" y="5425300"/>
            <a:ext cx="3952504" cy="60104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Vacuum Cleaning</a:t>
            </a:r>
          </a:p>
          <a:p>
            <a:r>
              <a:rPr lang="en-NZ" sz="1400" dirty="0">
                <a:solidFill>
                  <a:schemeClr val="tx1"/>
                </a:solidFill>
                <a:latin typeface="Calibri" panose="020F0502020204030204" pitchFamily="34" charset="0"/>
              </a:rPr>
              <a:t>Window Cleaning</a:t>
            </a:r>
          </a:p>
          <a:p>
            <a:r>
              <a:rPr lang="en-NZ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Mopping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6F53F50-98EF-4058-D3FE-3D58FB067EDC}"/>
              </a:ext>
            </a:extLst>
          </p:cNvPr>
          <p:cNvSpPr/>
          <p:nvPr/>
        </p:nvSpPr>
        <p:spPr>
          <a:xfrm>
            <a:off x="7425391" y="4959474"/>
            <a:ext cx="1258785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$60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F3452B-B6C8-5C1A-BE3C-032935E1DF05}"/>
              </a:ext>
            </a:extLst>
          </p:cNvPr>
          <p:cNvSpPr/>
          <p:nvPr/>
        </p:nvSpPr>
        <p:spPr>
          <a:xfrm>
            <a:off x="4969282" y="4966081"/>
            <a:ext cx="1325873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18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20/10/23</a:t>
            </a:r>
            <a:endParaRPr lang="en-NZ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41761D-1EB8-0625-53D3-EE6D6BEE132A}"/>
              </a:ext>
            </a:extLst>
          </p:cNvPr>
          <p:cNvSpPr/>
          <p:nvPr/>
        </p:nvSpPr>
        <p:spPr>
          <a:xfrm>
            <a:off x="6295155" y="4959474"/>
            <a:ext cx="1130236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A3BBD8-9EFC-2362-526B-FDE79CDAAE40}"/>
              </a:ext>
            </a:extLst>
          </p:cNvPr>
          <p:cNvSpPr/>
          <p:nvPr/>
        </p:nvSpPr>
        <p:spPr>
          <a:xfrm>
            <a:off x="10071409" y="4938458"/>
            <a:ext cx="1215628" cy="468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60.00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AF56FE9-38F8-A3A1-E161-A54C85204C43}"/>
              </a:ext>
            </a:extLst>
          </p:cNvPr>
          <p:cNvSpPr/>
          <p:nvPr/>
        </p:nvSpPr>
        <p:spPr>
          <a:xfrm>
            <a:off x="10139823" y="633340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77.60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B8E1395-54AD-83BE-7708-E5309C3B08D1}"/>
              </a:ext>
            </a:extLst>
          </p:cNvPr>
          <p:cNvSpPr/>
          <p:nvPr/>
        </p:nvSpPr>
        <p:spPr>
          <a:xfrm>
            <a:off x="8690429" y="3514181"/>
            <a:ext cx="1420650" cy="3956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Discount%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68057C0-AB24-4E67-C52D-55F787ADAC30}"/>
              </a:ext>
            </a:extLst>
          </p:cNvPr>
          <p:cNvSpPr/>
          <p:nvPr/>
        </p:nvSpPr>
        <p:spPr>
          <a:xfrm>
            <a:off x="8683044" y="3909862"/>
            <a:ext cx="1419478" cy="39568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2%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F9CA5F3-5AC8-DC50-6B03-D32833B96232}"/>
              </a:ext>
            </a:extLst>
          </p:cNvPr>
          <p:cNvSpPr/>
          <p:nvPr/>
        </p:nvSpPr>
        <p:spPr>
          <a:xfrm>
            <a:off x="8701769" y="4952944"/>
            <a:ext cx="1369640" cy="4412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F962D8-DC46-4CCA-F3C6-155A97C1A43C}"/>
              </a:ext>
            </a:extLst>
          </p:cNvPr>
          <p:cNvSpPr/>
          <p:nvPr/>
        </p:nvSpPr>
        <p:spPr>
          <a:xfrm>
            <a:off x="10139823" y="5873570"/>
            <a:ext cx="1147214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100.00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CA0909D-0F45-F115-EFE6-2B79F566ED6D}"/>
              </a:ext>
            </a:extLst>
          </p:cNvPr>
          <p:cNvSpPr/>
          <p:nvPr/>
        </p:nvSpPr>
        <p:spPr>
          <a:xfrm>
            <a:off x="8526614" y="5871672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Advance paid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88C7A-E222-6AEA-F424-AD6EFEE4793C}"/>
              </a:ext>
            </a:extLst>
          </p:cNvPr>
          <p:cNvSpPr/>
          <p:nvPr/>
        </p:nvSpPr>
        <p:spPr>
          <a:xfrm>
            <a:off x="8526613" y="6341121"/>
            <a:ext cx="1613209" cy="4412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Balance</a:t>
            </a:r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998AECA-B290-91F7-3A04-937EEFCC6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485804"/>
            <a:ext cx="842142" cy="630921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A2D8AD-30B3-311D-A50F-AFDFC13CD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49933" y="2393777"/>
            <a:ext cx="842142" cy="6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1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418</Words>
  <Application>Microsoft Macintosh PowerPoint</Application>
  <PresentationFormat>Widescreen</PresentationFormat>
  <Paragraphs>179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Söhne</vt:lpstr>
      <vt:lpstr>Office Theme</vt:lpstr>
      <vt:lpstr>About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Rasika Hewawasam Pitiyage</dc:creator>
  <cp:lastModifiedBy>Rasika Hewawasam Pitiyage</cp:lastModifiedBy>
  <cp:revision>56</cp:revision>
  <dcterms:created xsi:type="dcterms:W3CDTF">2024-01-15T00:26:55Z</dcterms:created>
  <dcterms:modified xsi:type="dcterms:W3CDTF">2024-02-02T10:34:34Z</dcterms:modified>
</cp:coreProperties>
</file>